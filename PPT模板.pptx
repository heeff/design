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8263"/>
  <p:notesSz cx="5148263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584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"/>
          <p:cNvSpPr/>
          <p:nvPr/>
        </p:nvSpPr>
        <p:spPr>
          <a:xfrm>
            <a:off x="612648" y="427461"/>
            <a:ext cx="32004" cy="32004"/>
          </a:xfrm>
          <a:prstGeom prst="ellipse">
            <a:avLst/>
          </a:prstGeom>
          <a:solidFill>
            <a:srgbClr val="313A48"/>
          </a:solidFill>
          <a:ln w="12700">
            <a:solidFill>
              <a:srgbClr val="313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88620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" b="1" kern="0" spc="220" dirty="0">
                <a:solidFill>
                  <a:srgbClr val="31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</a:t>
            </a:r>
            <a:endParaRPr lang="en-US" sz="580" dirty="0"/>
          </a:p>
        </p:txBody>
      </p:sp>
      <p:sp>
        <p:nvSpPr>
          <p:cNvPr id="16" name="Text 14"/>
          <p:cNvSpPr/>
          <p:nvPr/>
        </p:nvSpPr>
        <p:spPr>
          <a:xfrm>
            <a:off x="3447288" y="1837860"/>
            <a:ext cx="24231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kern="0" spc="265" dirty="0">
                <a:solidFill>
                  <a:srgbClr val="65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STRATEGY &amp; UPDATE</a:t>
            </a:r>
            <a:endParaRPr lang="en-US" sz="740" dirty="0"/>
          </a:p>
        </p:txBody>
      </p:sp>
      <p:sp>
        <p:nvSpPr>
          <p:cNvPr id="17" name="Text 15"/>
          <p:cNvSpPr/>
          <p:nvPr/>
        </p:nvSpPr>
        <p:spPr>
          <a:xfrm>
            <a:off x="3154680" y="2194560"/>
            <a:ext cx="28895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2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工作汇报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3776472" y="2907792"/>
            <a:ext cx="502920" cy="0"/>
          </a:xfrm>
          <a:prstGeom prst="line">
            <a:avLst/>
          </a:prstGeom>
          <a:noFill/>
          <a:ln w="8890">
            <a:solidFill>
              <a:srgbClr val="D2D7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07992" y="2889504"/>
            <a:ext cx="22860" cy="22860"/>
          </a:xfrm>
          <a:prstGeom prst="rect">
            <a:avLst/>
          </a:prstGeom>
          <a:solidFill>
            <a:srgbClr val="8793A1"/>
          </a:solidFill>
          <a:ln w="12700">
            <a:solidFill>
              <a:srgbClr val="8793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07792"/>
            <a:ext cx="502920" cy="0"/>
          </a:xfrm>
          <a:prstGeom prst="line">
            <a:avLst/>
          </a:prstGeom>
          <a:noFill/>
          <a:ln w="8890">
            <a:solidFill>
              <a:srgbClr val="D2D7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3099816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kern="0" spc="30" dirty="0">
                <a:solidFill>
                  <a:srgbClr val="31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Name_Surname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005072" y="3273552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kern="0" spc="100" dirty="0">
                <a:solidFill>
                  <a:srgbClr val="68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2026.08.12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7708392" y="4526280"/>
            <a:ext cx="100584" cy="100584"/>
          </a:xfrm>
          <a:prstGeom prst="hexagon">
            <a:avLst/>
          </a:prstGeom>
          <a:solidFill>
            <a:srgbClr val="313A48">
              <a:alpha val="0"/>
            </a:srgbClr>
          </a:solidFill>
          <a:ln w="12700">
            <a:solidFill>
              <a:srgbClr val="313A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5824" y="4562856"/>
            <a:ext cx="45720" cy="36576"/>
          </a:xfrm>
          <a:prstGeom prst="line">
            <a:avLst/>
          </a:prstGeom>
          <a:noFill/>
          <a:ln w="8890">
            <a:solidFill>
              <a:srgbClr val="313A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448970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" b="1" kern="0" spc="70" dirty="0">
                <a:solidFill>
                  <a:srgbClr val="31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DIGITIZATION INTELLIGENCE</a:t>
            </a:r>
            <a:endParaRPr lang="en-US" sz="450" dirty="0"/>
          </a:p>
        </p:txBody>
      </p:sp>
      <p:sp>
        <p:nvSpPr>
          <p:cNvPr id="26" name="Text 24"/>
          <p:cNvSpPr/>
          <p:nvPr/>
        </p:nvSpPr>
        <p:spPr>
          <a:xfrm>
            <a:off x="7882128" y="4599432"/>
            <a:ext cx="8412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10" kern="0" spc="55" dirty="0">
                <a:solidFill>
                  <a:srgbClr val="313A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4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9"/>
          <p:cNvSpPr/>
          <p:nvPr/>
        </p:nvSpPr>
        <p:spPr>
          <a:xfrm>
            <a:off x="841248" y="3566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2A3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标题文本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15784" y="49377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b="1" kern="0" spc="30" dirty="0">
                <a:solidFill>
                  <a:srgbClr val="4B5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REPORT / 01</a:t>
            </a:r>
            <a:endParaRPr lang="en-US" sz="640" dirty="0"/>
          </a:p>
        </p:txBody>
      </p:sp>
      <p:sp>
        <p:nvSpPr>
          <p:cNvPr id="13" name="Shape 11"/>
          <p:cNvSpPr/>
          <p:nvPr/>
        </p:nvSpPr>
        <p:spPr>
          <a:xfrm>
            <a:off x="841248" y="786384"/>
            <a:ext cx="7699248" cy="0"/>
          </a:xfrm>
          <a:prstGeom prst="line">
            <a:avLst/>
          </a:prstGeom>
          <a:noFill/>
          <a:ln w="127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8408" y="1604772"/>
            <a:ext cx="50292" cy="50292"/>
          </a:xfrm>
          <a:prstGeom prst="rect">
            <a:avLst/>
          </a:prstGeom>
          <a:solidFill>
            <a:srgbClr val="4B57C7"/>
          </a:solidFill>
          <a:ln w="12700">
            <a:solidFill>
              <a:srgbClr val="4B57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545336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31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内容要点一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188720" y="1746504"/>
            <a:ext cx="6327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E5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这里是关于要点一的详细补充说明，可以使用简短、干练的商务语言进行阐述，支持多行文本自动换行。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978408" y="2244852"/>
            <a:ext cx="50292" cy="50292"/>
          </a:xfrm>
          <a:prstGeom prst="rect">
            <a:avLst/>
          </a:prstGeom>
          <a:solidFill>
            <a:srgbClr val="4B57C7"/>
          </a:solidFill>
          <a:ln w="12700">
            <a:solidFill>
              <a:srgbClr val="4B57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2185416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31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内容要点二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188720" y="2386584"/>
            <a:ext cx="6327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E5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这里是关于要点二的详细补充说明。保持排版一致性与严谨的对齐方式，让汇报结构更加清晰易读。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978408" y="2884932"/>
            <a:ext cx="50292" cy="50292"/>
          </a:xfrm>
          <a:prstGeom prst="rect">
            <a:avLst/>
          </a:prstGeom>
          <a:solidFill>
            <a:srgbClr val="4B57C7"/>
          </a:solidFill>
          <a:ln w="12700">
            <a:solidFill>
              <a:srgbClr val="4B57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2825496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313A4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内容要点三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1188720" y="3026664"/>
            <a:ext cx="63276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4E5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这里是关于要点三的详细补充说明。几何风格的多边形前缀与整套PPT的低多边形视觉语言完美契合。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50392" y="4672089"/>
            <a:ext cx="32004" cy="32004"/>
          </a:xfrm>
          <a:prstGeom prst="ellipse">
            <a:avLst/>
          </a:prstGeom>
          <a:solidFill>
            <a:srgbClr val="66717D"/>
          </a:solidFill>
          <a:ln w="12700">
            <a:solidFill>
              <a:srgbClr val="6671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" y="46451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" b="1" kern="0" spc="25" dirty="0">
                <a:solidFill>
                  <a:srgbClr val="667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 PRESENTATION</a:t>
            </a:r>
            <a:endParaRPr lang="en-US" sz="540" dirty="0"/>
          </a:p>
        </p:txBody>
      </p:sp>
      <p:sp>
        <p:nvSpPr>
          <p:cNvPr id="25" name="Text 23"/>
          <p:cNvSpPr/>
          <p:nvPr/>
        </p:nvSpPr>
        <p:spPr>
          <a:xfrm>
            <a:off x="8321040" y="4645152"/>
            <a:ext cx="2011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40" b="1" dirty="0">
                <a:solidFill>
                  <a:srgbClr val="4B5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0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4096512" y="427461"/>
            <a:ext cx="41148" cy="41148"/>
          </a:xfrm>
          <a:prstGeom prst="rect">
            <a:avLst/>
          </a:prstGeom>
          <a:solidFill>
            <a:srgbClr val="7EC9F5"/>
          </a:solidFill>
          <a:ln w="12700">
            <a:solidFill>
              <a:srgbClr val="7EC9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388620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" b="1" kern="0" spc="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LEVELSET PARTNERS</a:t>
            </a:r>
            <a:endParaRPr lang="en-US" sz="640" dirty="0"/>
          </a:p>
        </p:txBody>
      </p:sp>
      <p:sp>
        <p:nvSpPr>
          <p:cNvPr id="10" name="Text 8"/>
          <p:cNvSpPr/>
          <p:nvPr/>
        </p:nvSpPr>
        <p:spPr>
          <a:xfrm>
            <a:off x="3291840" y="1901952"/>
            <a:ext cx="2560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感谢聆听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840480" y="25420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kern="0" spc="40" dirty="0">
                <a:solidFill>
                  <a:srgbClr val="7EC9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840480" y="2944368"/>
            <a:ext cx="256032" cy="0"/>
          </a:xfrm>
          <a:prstGeom prst="line">
            <a:avLst/>
          </a:prstGeom>
          <a:noFill/>
          <a:ln w="12700">
            <a:solidFill>
              <a:srgbClr val="B7C0CD">
                <a:alpha val="8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2907792"/>
            <a:ext cx="64008" cy="64008"/>
          </a:xfrm>
          <a:prstGeom prst="rect">
            <a:avLst/>
          </a:prstGeom>
          <a:solidFill>
            <a:srgbClr val="303746">
              <a:alpha val="0"/>
            </a:srgbClr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3128" y="2916936"/>
            <a:ext cx="41148" cy="41148"/>
          </a:xfrm>
          <a:prstGeom prst="rect">
            <a:avLst/>
          </a:prstGeom>
          <a:solidFill>
            <a:srgbClr val="7EC9F5"/>
          </a:solidFill>
          <a:ln w="12700">
            <a:solidFill>
              <a:srgbClr val="7EC9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2907792"/>
            <a:ext cx="64008" cy="64008"/>
          </a:xfrm>
          <a:prstGeom prst="rect">
            <a:avLst/>
          </a:prstGeom>
          <a:solidFill>
            <a:srgbClr val="303746">
              <a:alpha val="0"/>
            </a:srgbClr>
          </a:solidFill>
          <a:ln w="1397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944368"/>
            <a:ext cx="256032" cy="0"/>
          </a:xfrm>
          <a:prstGeom prst="line">
            <a:avLst/>
          </a:prstGeom>
          <a:noFill/>
          <a:ln w="12700">
            <a:solidFill>
              <a:srgbClr val="B7C0CD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4279392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Name_Surname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023360" y="4453128"/>
            <a:ext cx="1097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2026.08.12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</Words>
  <Application>Microsoft Office PowerPoint</Application>
  <PresentationFormat>自定义</PresentationFormat>
  <Paragraphs>25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Noto Sans CJK SC</vt:lpstr>
      <vt:lpstr>等线</vt:lpstr>
      <vt:lpstr>Arial</vt:lpstr>
      <vt:lpstr>Office Theme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工作汇报模板（还原版）</dc:title>
  <dc:subject>Reference image recreation</dc:subject>
  <dc:creator>OpenAI</dc:creator>
  <cp:lastModifiedBy>列 陈</cp:lastModifiedBy>
  <cp:revision>3</cp:revision>
  <dcterms:created xsi:type="dcterms:W3CDTF">2026-08-09T15:45:05Z</dcterms:created>
  <dcterms:modified xsi:type="dcterms:W3CDTF">2026-08-09T16:09:25Z</dcterms:modified>
</cp:coreProperties>
</file>